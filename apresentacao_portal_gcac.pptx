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0B0F1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0B0F1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0"/>
            <a:ext cx="68580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206240"/>
            <a:ext cx="4114800" cy="9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PLATAFORMA DE GESTÃO E PRODUTIVIDADE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</a:rPr>
              <a:t>PORTAL GCAC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 solução digital definitiva para Despachantes Bélicos, Atiradores, Colecionadores e Caçadores.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RECURSOS: O.S. | ACERVO DIGITAL | FINANCEIRO | ALERTAS WHATSAPP | INTEGRACAO B2C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Apresentação Comercial &amp; Manual de Funcionalidades  •  Versão 1.0.5  •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VISÃO DE MERCADO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Dores do Despachante &amp; Solução GCAC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394960" cy="4389120"/>
          </a:xfrm>
          <a:prstGeom prst="rect">
            <a:avLst/>
          </a:prstGeom>
          <a:solidFill>
            <a:srgbClr val="141A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Cenário Atual: As Dores do Negócio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Burocracia Manual: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Processo lento de digitação e redigitação de informações cadastrais e de acervos.
</a:t>
            </a:r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WhatsApp Caótico: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Troca manual de fotos de documentos, PDFs e comprovantes que se perdem no histórico.
</a:t>
            </a:r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Perda de Prazos: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Risco elevado de expiração de documentos importantes (CR, CRAF, GT) de clientes.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36792" y="1463040"/>
            <a:ext cx="5394960" cy="4389120"/>
          </a:xfrm>
          <a:prstGeom prst="rect">
            <a:avLst/>
          </a:prstGeom>
          <a:solidFill>
            <a:srgbClr val="141A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Com o GCAC: A Solução Definitiva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11112" y="21031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Ficha Automática: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 próprio cliente (B2C) acessa e edita seu cadastro, eliminando digitação manual.
</a:t>
            </a:r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Acervo Digital: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Documentação centralizada de armas, CR, CRAF, GT e IBAMA com arquivos anexos.
</a:t>
            </a:r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• </a:t>
            </a:r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Alertas Inteligentes: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Notificações coloridas automáticas no painel sobre vencimentos próximos.
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COCKPIT CENTRAL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Painel Operacional (Dashboard)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Métricas Dinâmicas: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Acompanhamento do total de Ordens de Serviço (OS) ativas, concluídas no mês e faturamento consolidado.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Atenção Diária: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Fluxo de tarefas rápidas e lembretes integrados para o despachante gerenciar o dia a dia da equipe.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Monitoramento Ativo: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Avisos visuais imediatos sobre processos parados ou documentos prestes a expirar.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195599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GESTÃO MULTITENANT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Empresas &amp; Clientes Contratantes (B2B)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Painel Corporativo: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Grade completa de empresas e despachantes licenciados utilizando o portal.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Informações Unificadas: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CNPJ/CPF, e-mail de contato do responsável, telefone e número total de colaboradores.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Foco em Performance: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Nova tabela expandida de alta performance, eliminando rolagem horizontal e garantindo leitura rápida.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22622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PAINEL SUPER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Faturamento &amp; Gestão de Licenças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Métricas Financeiras (MRR):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Acompanhamento do Faturamento Mensal Recorrente com base nas assinaturas ativas.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Calibres de Assinatura: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Planos de contratação comercial baseados em calibres (.22LR, .357mag e .308win) com limites.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Exceções Comerciais: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Flexibilidade para aplicar valores personalizados ou marcar contas de cortesia (isentas).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319459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FINANCEIRO &amp; COBRANÇA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Registro de Pagamentos e Histórico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Avanço de Vencimento: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Baixa de faturas com cálculo automático do próximo vencimento (+1, +6 ou +12 meses).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Cálculo Inteligente: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 expirado, calcula a partir de hoje; se em dia, soma a partir da data de vencimento futura.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Histórico Completo: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Registro das faturas pagas informando o valor cobrado, meio de pagamento (Pix, boleto, etc.) e observações.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322775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SEGURANÇA &amp; ADIMPLÊNCIA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Bloqueio de Acesso por Inadimplência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Enforcamento Inteligente: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Usuários de empresas suspensas ou vencidas são direcionados automaticamente para a tela de bloqueio.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Aparência Glassmorphism: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Design moderno com fundo desfocado informando o nome da empresa e o status da assinatura.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Canal de Suporte Rápido: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Botão de clique rápido que direciona o usuário para o WhatsApp comercial com mensagem pronta.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338994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EXPERIÊNCIA DO USUÁRIO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Alertas Preventivos de Assinatura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Banner Informativo: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Aviso visual no topo do cabeçalho da plataforma exibido automaticamente a partir de 5 dias antes do vencimento.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Luz de Alerta Pulsante: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Ícone animado (pinging beacon) para chamar a atenção sobre a proximidade do prazo de renovação.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Sem Interrupções: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 alerta avisa sem impedir o uso operacional do portal, permitindo o pagamento tranquilo.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353496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GESTÃO COMERCIAL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Controle e Limites de Equipe (Staff)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Limitação por Calibre: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 sistema valida a quantidade de colaboradores ativos cadastrados contra o limite do plano.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Aviso de Bloqueio: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Ao tentar exceder o limite, um pop-up elegante impede o cadastro e avisa que o limite de staff foi atingido.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Incentivo ao Upgrade: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Orienta o usuário a fazer upgrade do plano para obter mais acessos (ex: de .22LR para .357mag).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354152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 GRANDE DIFERENCIAL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Gerenciador de Acervo e Vínculo CAC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Conexão Direta B2C: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Vínculo do despachante diretamente com a conta do atirador, reduzindo troca manual de fotos.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Validação de CR: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Monitoramento digital de CR Exército e IBAMA com marcadores de cor para status ativo, vencido ou vencendo.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Armas e Documentos: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Ficha completa com Série, Sigma, Calibre, Validade do CRAF e anexos de documentos e GTs.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223897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DESIGN FLUIDO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Layout Otimizado para Alta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Fim do Scroll Lateral: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Estrutura de dados totalmente visível na tela sem a necessidade de barra de rolagem horizontal.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Espaçamento Inteligente: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Design fluido utilizando wrappers flexíveis (max-w-6xl) para tabelas robustas no computador.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Controle Persistente: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Correção do loop de estado ao marcar/desmarcar checkboxes de permissões no portal B2B.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225179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RESILIÊNCIA TÉCNICA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Modo Offline-first &amp; Backup Automático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Suporte Offline: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Operação contínua local no IndexedDB (Dexie.js) mesmo em caso de queda de internet.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Fila de Sincronização: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As alterações feitas locais são transmitidas ao Supabase assim que a internet retorna.
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Backup Google Drive: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Integração direta com o Drive: cada O.S. finalizada salva arquivos em PDF e dados JSON na nuvem.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5852160" cy="34747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\Users\Guilherme Gomes\.gemini\antigravity\brain\392f0286-5b76-4ec8-ac1d-7de16ea0eefa\media__17803222403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45920"/>
            <a:ext cx="566928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ESTRUTURA COMERCIAL DE CONTRATAÇÃO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Planos e Licenciamento (Calibres)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383280" cy="43891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Plano .22LR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ESSENCIAL INDIVIDUAL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R$ 149 /mês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Staff: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Apenas 1 usuário de staff (operador principal).
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O.S. &amp; Recibos: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Emissão de Ordens de Serviço, recibos, orçamentos e backups no Drive.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8264" y="1463040"/>
            <a:ext cx="3383280" cy="4389120"/>
          </a:xfrm>
          <a:prstGeom prst="rect">
            <a:avLst/>
          </a:prstGeom>
          <a:solidFill>
            <a:srgbClr val="182236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8264" y="1463040"/>
            <a:ext cx="338328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398264" y="14813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RECOMENDADO / MAIS VENDIDO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81144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Plano .357mag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2057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PROFISSIONAL E CRESCIMENTO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81144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R$ 299 /mês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81144" y="306324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Staff: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Até 4 usuários de staff.
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Clientes: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Até 20 clientes CAC vinculados diretamente.
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Agenda: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Controle de agendamentos e lembretes com suporte VIP prioritário.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48472" y="1463040"/>
            <a:ext cx="3383280" cy="4389120"/>
          </a:xfrm>
          <a:prstGeom prst="rect">
            <a:avLst/>
          </a:prstGeom>
          <a:solidFill>
            <a:srgbClr val="141A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Plano .308win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1920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CORPORATIVO E ILIMITADO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31352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R$ 599 /mês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31352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Ilimitado: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Staff e vínculos de clientes ilimitados na plataforma.
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• White Label: </a:t>
            </a:r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Logotipo da própria empresa no portal e suporte premium dedicado.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1264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Portal GCAC — Solução para Atiradores, Colecionadores, Caçadores e Despachantes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2026-06-01T18:40:25Z</dcterms:created>
  <dcterms:modified xsi:type="dcterms:W3CDTF">2026-06-01T18:40:25Z</dcterms:modified>
</cp:coreProperties>
</file>